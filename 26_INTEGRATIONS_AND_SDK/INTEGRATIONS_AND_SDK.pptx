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SPARO | Category: SOCIAL_MEDIA</a:t>
            </a:r>
          </a:p>
          <a:p>
            <a:r>
              <a:rPr sz="1400"/>
              <a:t>Upstream: https://github.com/TikTok/sparo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integrations and sdk for the Anticloud integration of SPARO.</a:t>
            </a:r>
          </a:p>
          <a:p>
            <a:r>
              <a:rPr sz="1400"/>
              <a:t>TikTok-internal git performance tool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SPARO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